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74FCD-01D0-40CA-6AF5-B35717B8A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ACBDB1-3A8F-9ED5-677A-DD2FB76FB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26A5BF-2899-D560-0A55-1294A1C8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C0BB78-77F8-E138-7FD6-8608D7889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B0DAD0-E83A-BF30-FB0B-C894C855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44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98D51-2C1B-8CDE-8F13-FBBD2B8AC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E2CA47-0182-4CF0-F6E5-42E5F80DD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9B74ED-1B94-3176-D581-B8E7BFAB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63C54D-5A9F-8047-A1E3-890E17E0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699A96-B75F-1D7C-5571-6CBAFB4E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339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BF33A-A2A4-CE85-4994-D720DAD70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68466E-E0E1-71AA-F4DB-D3B29101E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696724-41D7-CB01-EB82-4EF32B68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E122E8-6566-083D-EEDB-75B788B6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B646D5-09F3-5645-BA1D-9B108F71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20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4A88B-9674-AC93-C675-D2F9BDA1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C17F2C-F5C4-234E-C1C7-1BD4AAE89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1215E0-FE63-6A61-AA4D-679DF31CB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D67B1E-2DF1-2EFD-921C-7CF1E7F9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796239-5A07-C73B-40E7-ACA2AF8DB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44E105-7716-0D76-CDF7-65B4CBDC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49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7A24E-DBC2-E176-01CE-72D4FAE0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8FB365-4758-BC3A-599A-B0B862D88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2295D7-76B3-9D59-5B15-22516A9B6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29E623-A28C-D342-144D-CF3440D50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773C8F-72B8-5E31-826C-F7EE29C1B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469ACE5-2B72-6FC1-61D5-BFCE5DD5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98ABEE-BBCC-E6B6-96A1-3CDBD251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423B91-7DB8-97C5-6486-CBA48363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24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1D02A-B9F7-22E6-7ACC-14961DB8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99755F-FBBE-52F6-007D-1D4E03DB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664479-C838-D27B-402E-1F31517E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6D7AEC-3B1C-370E-AD42-0296CEE6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02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9DB120-E71C-6289-CB0E-341995F0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D57024-1D2D-B370-525A-674DCD3C7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EDF372-3C7B-C095-FCAA-2EC8B0DD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95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A5D65-0936-F81D-B5B4-443D73E3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0D473D-127A-EA34-939E-6D6C948F1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87DB3D-BA9E-68DB-C3D6-2D8C28D4E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1482E9-8B6E-6E10-77C5-8F5DD4BE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0A9222-4030-852B-E4B4-960BC62E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852D72-1ECF-CEE1-A263-1A08A2787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32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81072-B8F9-409C-26AF-87637720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82BE85-B510-8724-8483-54C41766E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D7322B-CFC7-64CB-5F8C-189A1A77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C17621-F445-147A-85D9-B6F33CE1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4FA1AD-1C0B-6A4F-123F-0CA63F14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316120-042C-0015-39DB-99F2209C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09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1FCF8-3A76-F5DB-2642-2E3E1BDA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0AD889-D211-5F1B-0B63-C2BFE31C4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A6BB8-EAF6-1886-2117-F27289E8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8C6E1A-388E-EB09-E3F8-7430DB8E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36DA54-BF37-8EB3-97A1-5BB04125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6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BCC3AA-86A5-BE19-9A43-CD8069D3D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0C1858-9A0B-099E-F657-3F327CE07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F896E6-A02F-2589-BFD3-28C11AA0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08BD7-7098-8D3D-5FA4-40510E63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A259DB-E2D0-B587-86B5-8254A1F4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43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B00429-C6D1-CD71-0996-DE841566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23C2ED-7445-0CBA-A772-8D862BCB9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60693F-52BB-5CFA-316B-9419EE148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23542-2FAF-479E-8C27-BAB01FE19710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E9E25B-3A68-C7D9-7F20-D006702CD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457F1A-8614-8BDB-2FC6-5E40B1B8F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8B8B4-6C34-4195-8D9B-D5B4C25EA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423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90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竣皓 許</dc:creator>
  <cp:lastModifiedBy>竣皓 許</cp:lastModifiedBy>
  <cp:revision>1</cp:revision>
  <dcterms:created xsi:type="dcterms:W3CDTF">2026-08-23T04:04:17Z</dcterms:created>
  <dcterms:modified xsi:type="dcterms:W3CDTF">2026-08-23T04:26:15Z</dcterms:modified>
</cp:coreProperties>
</file>