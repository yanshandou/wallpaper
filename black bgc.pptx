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63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474FCD-01D0-40CA-6AF5-B35717B8A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6ACBDB1-3A8F-9ED5-677A-DD2FB76FB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6A5BF-2899-D560-0A55-1294A1C81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C0BB78-77F8-E138-7FD6-8608D7889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B0DAD0-E83A-BF30-FB0B-C894C8552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3449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B98D51-2C1B-8CDE-8F13-FBBD2B8AC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E2CA47-0182-4CF0-F6E5-42E5F80DD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B74ED-1B94-3176-D581-B8E7BFABB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63C54D-5A9F-8047-A1E3-890E17E0D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699A96-B75F-1D7C-5571-6CBAFB4E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2339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EBF33A-A2A4-CE85-4994-D720DAD70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68466E-E0E1-71AA-F4DB-D3B29101E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696724-41D7-CB01-EB82-4EF32B68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E122E8-6566-083D-EEDB-75B788B61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B646D5-09F3-5645-BA1D-9B108F71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20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24A88B-9674-AC93-C675-D2F9BDA18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C17F2C-F5C4-234E-C1C7-1BD4AAE89B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1215E0-FE63-6A61-AA4D-679DF31CB3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D67B1E-2DF1-2EFD-921C-7CF1E7F9D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6796239-5A07-C73B-40E7-ACA2AF8DB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44E105-7716-0D76-CDF7-65B4CBDCF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8498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F7A24E-DBC2-E176-01CE-72D4FAE0C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D8FB365-4758-BC3A-599A-B0B862D88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62295D7-76B3-9D59-5B15-22516A9B63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B29E623-A28C-D342-144D-CF3440D505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773C8F-72B8-5E31-826C-F7EE29C1B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469ACE5-2B72-6FC1-61D5-BFCE5DD53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198ABEE-BBCC-E6B6-96A1-3CDBD251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8423B91-7DB8-97C5-6486-CBA483638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241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1D02A-B9F7-22E6-7ACC-14961DB8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399755F-FBBE-52F6-007D-1D4E03DB8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A664479-C838-D27B-402E-1F31517EA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96D7AEC-3B1C-370E-AD42-0296CEE65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02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E9DB120-E71C-6289-CB0E-341995F08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AD57024-1D2D-B370-525A-674DCD3C7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CEDF372-3C7B-C095-FCAA-2EC8B0DD4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4957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A5D65-0936-F81D-B5B4-443D73E3B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0D473D-127A-EA34-939E-6D6C948F1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87DB3D-BA9E-68DB-C3D6-2D8C28D4E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1482E9-8B6E-6E10-77C5-8F5DD4BE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0A9222-4030-852B-E4B4-960BC62EE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852D72-1ECF-CEE1-A263-1A08A2787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5320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81072-B8F9-409C-26AF-87637720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582BE85-B510-8724-8483-54C41766EC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3D7322B-CFC7-64CB-5F8C-189A1A77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CC17621-F445-147A-85D9-B6F33CE12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4FA1AD-1C0B-6A4F-123F-0CA63F148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16120-042C-0015-39DB-99F2209CF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909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1FCF8-3A76-F5DB-2642-2E3E1BDA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F0AD889-D211-5F1B-0B63-C2BFE31C43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9A6BB8-EAF6-1886-2117-F27289E88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8C6E1A-388E-EB09-E3F8-7430DB8E6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36DA54-BF37-8EB3-97A1-5BB04125C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2681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DBCC3AA-86A5-BE19-9A43-CD8069D3D0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0C1858-9A0B-099E-F657-3F327CE072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F896E6-A02F-2589-BFD3-28C11AA0A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708BD7-7098-8D3D-5FA4-40510E633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A259DB-E2D0-B587-86B5-8254A1F46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436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B00429-C6D1-CD71-0996-DE841566E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23C2ED-7445-0CBA-A772-8D862BCB9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60693F-52BB-5CFA-316B-9419EE148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123542-2FAF-479E-8C27-BAB01FE19710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E9E25B-3A68-C7D9-7F20-D006702CD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457F1A-8614-8BDB-2FC6-5E40B1B8F4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8B8B4-6C34-4195-8D9B-D5B4C25EAE3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423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70BADC4-E182-911F-08D7-CC0C2E82E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681" y="2083981"/>
            <a:ext cx="8482638" cy="477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904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5180-F4F4-45D8-C2C0-B8DA81F2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53364EC-4209-3A7E-ECFB-BC157B8F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5" y="2410047"/>
            <a:ext cx="7903270" cy="4447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941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32C8-537C-365E-6BE3-839F02939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2F6BB95-7BCF-C63B-0097-40FBFD795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6" y="2410048"/>
            <a:ext cx="7903268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29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5D22C-A89B-649B-D2C6-3E130065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9FA0B63-1058-1CF8-FC4B-29CD9D0000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5" y="2410048"/>
            <a:ext cx="7903269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053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5B4A2-155A-3AC9-58E9-CF65A0B49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0DF2250-643F-F01B-63F8-9ED018C0C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366" y="2410048"/>
            <a:ext cx="7903268" cy="444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020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0</Words>
  <Application>Microsoft Office PowerPoint</Application>
  <PresentationFormat>宽屏</PresentationFormat>
  <Paragraphs>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竣皓 許</dc:creator>
  <cp:lastModifiedBy>竣皓 許</cp:lastModifiedBy>
  <cp:revision>5</cp:revision>
  <dcterms:created xsi:type="dcterms:W3CDTF">2026-08-23T04:04:17Z</dcterms:created>
  <dcterms:modified xsi:type="dcterms:W3CDTF">2026-08-24T13:36:58Z</dcterms:modified>
</cp:coreProperties>
</file>