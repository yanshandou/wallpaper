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820" y="7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474FCD-01D0-40CA-6AF5-B35717B8A2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6ACBDB1-3A8F-9ED5-677A-DD2FB76FB1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F26A5BF-2899-D560-0A55-1294A1C81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23542-2FAF-479E-8C27-BAB01FE19710}" type="datetimeFigureOut">
              <a:rPr lang="zh-CN" altLang="en-US" smtClean="0"/>
              <a:t>2026/8/26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4C0BB78-77F8-E138-7FD6-8608D7889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FB0DAD0-E83A-BF30-FB0B-C894C8552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8B8B4-6C34-4195-8D9B-D5B4C25EAE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34495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B98D51-2C1B-8CDE-8F13-FBBD2B8AC7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8E2CA47-0182-4CF0-F6E5-42E5F80DD6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39B74ED-1B94-3176-D581-B8E7BFABB6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23542-2FAF-479E-8C27-BAB01FE19710}" type="datetimeFigureOut">
              <a:rPr lang="zh-CN" altLang="en-US" smtClean="0"/>
              <a:t>2026/8/26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C63C54D-5A9F-8047-A1E3-890E17E0D6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5699A96-B75F-1D7C-5571-6CBAFB4E0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8B8B4-6C34-4195-8D9B-D5B4C25EAE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423391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6EBF33A-A2A4-CE85-4994-D720DAD70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368466E-E0E1-71AA-F4DB-D3B29101E3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C696724-41D7-CB01-EB82-4EF32B68CB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23542-2FAF-479E-8C27-BAB01FE19710}" type="datetimeFigureOut">
              <a:rPr lang="zh-CN" altLang="en-US" smtClean="0"/>
              <a:t>2026/8/26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1E122E8-6566-083D-EEDB-75B788B61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DB646D5-09F3-5645-BA1D-9B108F711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8B8B4-6C34-4195-8D9B-D5B4C25EAE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402087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B24A88B-9674-AC93-C675-D2F9BDA18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2C17F2C-F5C4-234E-C1C7-1BD4AAE89B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F1215E0-FE63-6A61-AA4D-679DF31CB3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8D67B1E-2DF1-2EFD-921C-7CF1E7F9D3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23542-2FAF-479E-8C27-BAB01FE19710}" type="datetimeFigureOut">
              <a:rPr lang="zh-CN" altLang="en-US" smtClean="0"/>
              <a:t>2026/8/26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6796239-5A07-C73B-40E7-ACA2AF8DBF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244E105-7716-0D76-CDF7-65B4CBDCF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8B8B4-6C34-4195-8D9B-D5B4C25EAE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84987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F7A24E-DBC2-E176-01CE-72D4FAE0C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D8FB365-4758-BC3A-599A-B0B862D885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62295D7-76B3-9D59-5B15-22516A9B63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B29E623-A28C-D342-144D-CF3440D505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2773C8F-72B8-5E31-826C-F7EE29C1BE1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469ACE5-2B72-6FC1-61D5-BFCE5DD533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23542-2FAF-479E-8C27-BAB01FE19710}" type="datetimeFigureOut">
              <a:rPr lang="zh-CN" altLang="en-US" smtClean="0"/>
              <a:t>2026/8/26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198ABEE-BBCC-E6B6-96A1-3CDBD251C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78423B91-7DB8-97C5-6486-CBA483638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8B8B4-6C34-4195-8D9B-D5B4C25EAE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792416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C1D02A-B9F7-22E6-7ACC-14961DB82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399755F-FBBE-52F6-007D-1D4E03DB8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23542-2FAF-479E-8C27-BAB01FE19710}" type="datetimeFigureOut">
              <a:rPr lang="zh-CN" altLang="en-US" smtClean="0"/>
              <a:t>2026/8/26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3A664479-C838-D27B-402E-1F31517EA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96D7AEC-3B1C-370E-AD42-0296CEE65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8B8B4-6C34-4195-8D9B-D5B4C25EAE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10271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CE9DB120-E71C-6289-CB0E-341995F08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23542-2FAF-479E-8C27-BAB01FE19710}" type="datetimeFigureOut">
              <a:rPr lang="zh-CN" altLang="en-US" smtClean="0"/>
              <a:t>2026/8/26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AD57024-1D2D-B370-525A-674DCD3C7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CEDF372-3C7B-C095-FCAA-2EC8B0DD4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8B8B4-6C34-4195-8D9B-D5B4C25EAE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349576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6A5D65-0936-F81D-B5B4-443D73E3B7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00D473D-127A-EA34-939E-6D6C948F1C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C87DB3D-BA9E-68DB-C3D6-2D8C28D4E9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31482E9-8B6E-6E10-77C5-8F5DD4BEF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23542-2FAF-479E-8C27-BAB01FE19710}" type="datetimeFigureOut">
              <a:rPr lang="zh-CN" altLang="en-US" smtClean="0"/>
              <a:t>2026/8/26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80A9222-4030-852B-E4B4-960BC62EE4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8852D72-1ECF-CEE1-A263-1A08A27875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8B8B4-6C34-4195-8D9B-D5B4C25EAE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853208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081072-B8F9-409C-26AF-876377205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582BE85-B510-8724-8483-54C41766EC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3D7322B-CFC7-64CB-5F8C-189A1A7792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CC17621-F445-147A-85D9-B6F33CE121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23542-2FAF-479E-8C27-BAB01FE19710}" type="datetimeFigureOut">
              <a:rPr lang="zh-CN" altLang="en-US" smtClean="0"/>
              <a:t>2026/8/26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44FA1AD-1C0B-6A4F-123F-0CA63F148C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4316120-042C-0015-39DB-99F2209CF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8B8B4-6C34-4195-8D9B-D5B4C25EAE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490979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A1FCF8-3A76-F5DB-2642-2E3E1BDA1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F0AD889-D211-5F1B-0B63-C2BFE31C43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99A6BB8-EAF6-1886-2117-F27289E888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23542-2FAF-479E-8C27-BAB01FE19710}" type="datetimeFigureOut">
              <a:rPr lang="zh-CN" altLang="en-US" smtClean="0"/>
              <a:t>2026/8/26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18C6E1A-388E-EB09-E3F8-7430DB8E6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136DA54-BF37-8EB3-97A1-5BB04125C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8B8B4-6C34-4195-8D9B-D5B4C25EAE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26815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DBCC3AA-86A5-BE19-9A43-CD8069D3D0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E0C1858-9A0B-099E-F657-3F327CE072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EF896E6-A02F-2589-BFD3-28C11AA0A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23542-2FAF-479E-8C27-BAB01FE19710}" type="datetimeFigureOut">
              <a:rPr lang="zh-CN" altLang="en-US" smtClean="0"/>
              <a:t>2026/8/26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3708BD7-7098-8D3D-5FA4-40510E633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CA259DB-E2D0-B587-86B5-8254A1F46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8B8B4-6C34-4195-8D9B-D5B4C25EAE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14369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4B00429-C6D1-CD71-0996-DE841566E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523C2ED-7445-0CBA-A772-8D862BCB99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760693F-52BB-5CFA-316B-9419EE148A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123542-2FAF-479E-8C27-BAB01FE19710}" type="datetimeFigureOut">
              <a:rPr lang="zh-CN" altLang="en-US" smtClean="0"/>
              <a:t>2026/8/26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CE9E25B-3A68-C7D9-7F20-D006702CD4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6457F1A-8614-8BDB-2FC6-5E40B1B8F4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48B8B4-6C34-4195-8D9B-D5B4C25EAE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24234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970BADC4-E182-911F-08D7-CC0C2E82EE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4681" y="2083981"/>
            <a:ext cx="8482638" cy="4774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89049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E5180-F4F4-45D8-C2C0-B8DA81F29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553364EC-4209-3A7E-ECFB-BC157B8F6F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4365" y="2410047"/>
            <a:ext cx="7903270" cy="4447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39414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032C8-537C-365E-6BE3-839F02939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2F6BB95-7BCF-C63B-0097-40FBFD7954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4366" y="2410048"/>
            <a:ext cx="7903268" cy="4447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63293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25D22C-A89B-649B-D2C6-3E130065E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9FA0B63-1058-1CF8-FC4B-29CD9D0000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4365" y="2410048"/>
            <a:ext cx="7903269" cy="4447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0539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25B4A2-155A-3AC9-58E9-CF65A0B49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30DF2250-643F-F01B-63F8-9ED018C0CE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4366" y="2410048"/>
            <a:ext cx="7903268" cy="4447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50204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BE979-23F0-5382-BF6F-3E6BAC9BCB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151A80AB-82CF-BA20-5647-E107A3D894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4366" y="2410048"/>
            <a:ext cx="7903268" cy="4447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97644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897B0-031F-17A3-320E-04DD7C6B5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D32F4505-B2B8-46D8-4888-34F0036720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4366" y="2410048"/>
            <a:ext cx="7903268" cy="4447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51227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0</Words>
  <Application>Microsoft Office PowerPoint</Application>
  <PresentationFormat>宽屏</PresentationFormat>
  <Paragraphs>0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1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竣皓 許</dc:creator>
  <cp:lastModifiedBy>竣皓 許</cp:lastModifiedBy>
  <cp:revision>7</cp:revision>
  <dcterms:created xsi:type="dcterms:W3CDTF">2026-08-23T04:04:17Z</dcterms:created>
  <dcterms:modified xsi:type="dcterms:W3CDTF">2026-08-26T11:38:31Z</dcterms:modified>
</cp:coreProperties>
</file>